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Refik Anadol: 데이터를 안료로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리서치 요약과 three.js 기법 연구 계획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누구인가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1985년 이스탄불 출생, LA 기반 미디어 아티스트</a:t>
            </a:r>
          </a:p>
          <a:p>
            <a:pPr lvl="0"/>
            <a:r>
              <a:rPr/>
              <a:t>2014년 Efsun Erkılıç와 Refik Anadol Studio 설립</a:t>
            </a:r>
          </a:p>
          <a:p>
            <a:pPr lvl="0"/>
            <a:r>
              <a:rPr/>
              <a:t>“데이터를 안료로, 기계 지능을 협업자로”</a:t>
            </a:r>
          </a:p>
          <a:p>
            <a:pPr lvl="0"/>
            <a:r>
              <a:rPr/>
              <a:t>2026년 6월 DATALAND(AI 아트 미술관) 개관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 시기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2008~2015 건축 위 데이터 회화</a:t>
            </a:r>
            <a:r>
              <a:rPr/>
              <a:t>: 프로젝션 매핑, Infinity Room</a:t>
            </a:r>
          </a:p>
          <a:p>
            <a:pPr lvl="0"/>
            <a:r>
              <a:rPr b="1"/>
              <a:t>2016~2023 기계 환각</a:t>
            </a:r>
            <a:r>
              <a:rPr/>
              <a:t>: GAN, t-SNE, UMAP, Machine Hallucinations, Unsupervised, Sphere</a:t>
            </a:r>
          </a:p>
          <a:p>
            <a:pPr lvl="0"/>
            <a:r>
              <a:rPr b="1"/>
              <a:t>2024~ 자체 모델</a:t>
            </a:r>
            <a:r>
              <a:rPr/>
              <a:t>: Large Nature Model, Large Architecture Model, DATALAND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대표작 다섯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연도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핵심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Archive Dreaming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170만 문서, t-SNE 점 구름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WDCH Dreams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프로젝터 42대, 44.5TB 아카이브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Unsupervised (MoMA)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138,151건, StyleGAN2-ADA, MoMA 소장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Machine Hallucinations: Sphere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58만 제곱피트 LED 외피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Machine Dreams: Rainforest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DATALAND 개관전, 웨어러블 반응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작업 문법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 안료: 값이 색과 입자의 물성이 됨</a:t>
            </a:r>
          </a:p>
          <a:p>
            <a:pPr lvl="0"/>
            <a:r>
              <a:rPr/>
              <a:t>Data Universe: 아카이브를 3D 성운으로</a:t>
            </a:r>
          </a:p>
          <a:p>
            <a:pPr lvl="0"/>
            <a:r>
              <a:rPr/>
              <a:t>잠재 산책: 형상이 녹아 다른 형상이 됨</a:t>
            </a:r>
          </a:p>
          <a:p>
            <a:pPr lvl="0"/>
            <a:r>
              <a:rPr/>
              <a:t>데이터 조각: 프레임 속 트롱프뢰유 입체</a:t>
            </a:r>
          </a:p>
          <a:p>
            <a:pPr lvl="0"/>
            <a:r>
              <a:rPr/>
              <a:t>살아있는 건축: 건물 형상에 맞춘 투사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논쟁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Jerry Saltz: “거대한 테크노 라바 램프”, “50만 달러짜리 화면보호기”</a:t>
            </a:r>
          </a:p>
          <a:p>
            <a:pPr lvl="0"/>
            <a:r>
              <a:rPr/>
              <a:t>옹호: 몰입형 설치, NFT, AI가 만난 역사적 순간. 평균 체류 38분</a:t>
            </a:r>
          </a:p>
          <a:p>
            <a:pPr lvl="0"/>
            <a:r>
              <a:rPr/>
              <a:t>쟁점의 이동: 공개 데이터에서 허가 기반 데이터로, 탄소 비용 공개 요구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three.js 기법 연구: Pigment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three.js r186, WebGPURenderer + TSL 컴퓨트, RenderPipeline + bloom</a:t>
            </a:r>
          </a:p>
          <a:p>
            <a:pPr lvl="0"/>
            <a:r>
              <a:rPr/>
              <a:t>장면 100개: 10개 주제(기계의 꿈, 대기, 바다, 숲과 생명, 대지, 우주, 미시, 도시, 시골, 물리와 수학) × 10개</a:t>
            </a:r>
          </a:p>
          <a:p>
            <a:pPr lvl="0"/>
            <a:r>
              <a:rPr/>
              <a:t>겹치지 않는 개념 100개를 카탈로그로 관리</a:t>
            </a:r>
          </a:p>
          <a:p>
            <a:pPr lvl="0"/>
            <a:r>
              <a:rPr/>
              <a:t>한/영 토글, 전체화면(Esc 복귀), 단축키, 전체 목록, 자동 순환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P5 공개 도메인 컬렉션의 CLIP 임베딩과 UMAP 실데이터</a:t>
            </a:r>
          </a:p>
          <a:p>
            <a:pPr lvl="0"/>
            <a:r>
              <a:rPr/>
              <a:t>P6 실시간 기상 데이터로 바람 구동</a:t>
            </a:r>
          </a:p>
          <a:p>
            <a:pPr lvl="0"/>
            <a:r>
              <a:rPr/>
              <a:t>P7 전시 모드와 사운드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Refik Anadol: 데이터를 안료로</dc:title>
  <dc:creator/>
  <cp:keywords/>
  <dcterms:created xsi:type="dcterms:W3CDTF">2026-10-15T07:18:45Z</dcterms:created>
  <dcterms:modified xsi:type="dcterms:W3CDTF">2026-10-15T07:18:45Z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2026-10-15</vt:lpwstr>
  </property>
  <property fmtid="{D5CDD505-2E9C-101B-9397-08002B2CF9AE}" pid="3" name="subtitle">
    <vt:lpwstr>리서치 요약과 three.js 기법 연구 계획</vt:lpwstr>
  </property>
</Properties>
</file>