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Refik Anadol: Data as Pigment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Research summary and three.js technique study plan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he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Born in Istanbul in 1985, LA-based media artist</a:t>
            </a:r>
          </a:p>
          <a:p>
            <a:pPr lvl="0"/>
            <a:r>
              <a:rPr/>
              <a:t>Founded Refik Anadol Studio with Efsun Erkılıç in 2014</a:t>
            </a:r>
          </a:p>
          <a:p>
            <a:pPr lvl="0"/>
            <a:r>
              <a:rPr/>
              <a:t>“Data as pigment, machine intelligence as collaborator”</a:t>
            </a:r>
          </a:p>
          <a:p>
            <a:pPr lvl="0"/>
            <a:r>
              <a:rPr/>
              <a:t>Opened DATALAND (an AI art museum) in June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periods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2008 to 2015, data painting on architecture</a:t>
            </a:r>
            <a:r>
              <a:rPr/>
              <a:t>: projection mapping, Infinity Room</a:t>
            </a:r>
          </a:p>
          <a:p>
            <a:pPr lvl="0"/>
            <a:r>
              <a:rPr b="1"/>
              <a:t>2016 to 2023, machine hallucinations</a:t>
            </a:r>
            <a:r>
              <a:rPr/>
              <a:t>: GAN, t-SNE, UMAP, Machine Hallucinations, Unsupervised, Sphere</a:t>
            </a:r>
          </a:p>
          <a:p>
            <a:pPr lvl="0"/>
            <a:r>
              <a:rPr b="1"/>
              <a:t>2024 onward, in-house models</a:t>
            </a:r>
            <a:r>
              <a:rPr/>
              <a:t>: Large Nature Model, Large Architecture Model, DATALAND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key works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Essence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Archive Dreaming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 million documents, t-SNE point cloud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WDCH Dreams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 projectors, 44.5 TB archive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Unsupervised (MoMA)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138,151 records, StyleGAN2-ADA, in MoMA’s collection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Machine Hallucinations: Sphere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580,000 sq ft LED shell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Machine Dreams: Rainforest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DATALAND opening show, wearable response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pigment: values become the color and material of particles</a:t>
            </a:r>
          </a:p>
          <a:p>
            <a:pPr lvl="0"/>
            <a:r>
              <a:rPr/>
              <a:t>Data Universe: an archive spread into a 3D nebula</a:t>
            </a:r>
          </a:p>
          <a:p>
            <a:pPr lvl="0"/>
            <a:r>
              <a:rPr/>
              <a:t>Latent walk: forms melt into other forms</a:t>
            </a:r>
          </a:p>
          <a:p>
            <a:pPr lvl="0"/>
            <a:r>
              <a:rPr/>
              <a:t>Data sculpture: trompe-l’œil volume inside a frame</a:t>
            </a:r>
          </a:p>
          <a:p>
            <a:pPr lvl="0"/>
            <a:r>
              <a:rPr/>
              <a:t>Living architecture: projection fitted to a building’s form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Controversy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Jerry Saltz: “a massive techno lava lamp”, “a half-million-dollar screensaver”</a:t>
            </a:r>
          </a:p>
          <a:p>
            <a:pPr lvl="0"/>
            <a:r>
              <a:rPr/>
              <a:t>Defense: a historic meeting of immersive installation, NFTs and AI. Average dwell time of 38 minutes</a:t>
            </a:r>
          </a:p>
          <a:p>
            <a:pPr lvl="0"/>
            <a:r>
              <a:rPr/>
              <a:t>Shifting debate: from public data to permission-based data, demands to disclose carbon cost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three.js technique study: Pigment Atlas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three.js r186, WebGPURenderer + TSL compute, RenderPipeline + bloom</a:t>
            </a:r>
          </a:p>
          <a:p>
            <a:pPr lvl="0"/>
            <a:r>
              <a:rPr/>
              <a:t>100 scenes: 10 themes (Machine Dreams, Atmosphere, Ocean, Forest &amp; Life, Earth, Cosmos, Micro, City, Countryside, Physics &amp; Math) × 10</a:t>
            </a:r>
          </a:p>
          <a:p>
            <a:pPr lvl="0"/>
            <a:r>
              <a:rPr/>
              <a:t>100 non-overlapping concepts managed as a catalog</a:t>
            </a:r>
          </a:p>
          <a:p>
            <a:pPr lvl="0"/>
            <a:r>
              <a:rPr/>
              <a:t>Korean/English toggle, fullscreen (Esc to exit), shortcuts, scene index, auto tour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P5 CLIP embeddings and UMAP on real data from a public-domain collection</a:t>
            </a:r>
          </a:p>
          <a:p>
            <a:pPr lvl="0"/>
            <a:r>
              <a:rPr/>
              <a:t>P6 Drive the wind with real-time weather data</a:t>
            </a:r>
          </a:p>
          <a:p>
            <a:pPr lvl="0"/>
            <a:r>
              <a:rPr/>
              <a:t>P7 Exhibition mode and sound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Refik Anadol: Data as Pigment</dc:title>
  <dc:creator/>
  <cp:keywords/>
  <dcterms:created xsi:type="dcterms:W3CDTF">2026-10-15T09:34:24Z</dcterms:created>
  <dcterms:modified xsi:type="dcterms:W3CDTF">2026-10-15T09:34:24Z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2026-10-15</vt:lpwstr>
  </property>
  <property fmtid="{D5CDD505-2E9C-101B-9397-08002B2CF9AE}" pid="3" name="subtitle">
    <vt:lpwstr>Research summary and three.js technique study plan</vt:lpwstr>
  </property>
</Properties>
</file>